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REVENUE LEAK AUDIT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PREPARED EXCLUSIVELY FOR: NASEER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Analyst: AI Nexus Growth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Analysis of Potential Revenue Leak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57200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ESTIMATED ANNUAL LOSS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3F5E"/>
                </a:solidFill>
              </a:rPr>
              <a:t>$232,320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Based on local industry benchmarks for mid-sized clinics.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Critical Observations: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High-risk zones identified in morning slots.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Manual follow-up process is causing 15+ hours of waste.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</a:rPr>
              <a:t>• AI Recovery could restore up to 80% of this leak.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Our Recovery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1. Automated 'Smart-Reminder' Sequences via Twilio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2. AI No-Show Prediction Modeling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3. Frictionless Re-booking Flow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2026-05-03T18:12:42Z</dcterms:created>
  <dcterms:modified xsi:type="dcterms:W3CDTF">2026-05-03T18:12:42Z</dcterms:modified>
</cp:coreProperties>
</file>