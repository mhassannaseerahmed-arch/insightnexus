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286000"/>
            <a:ext cx="1219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6366F1"/>
                </a:solidFill>
              </a:rPr>
              <a:t>AI Nexus Insight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0" y="3200400"/>
            <a:ext cx="1219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75569"/>
                </a:solidFill>
              </a:rPr>
              <a:t>Eliminating the $150B 'Invisible Leak' in Clinic Revenue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172A"/>
                </a:solidFill>
              </a:rPr>
              <a:t>The $150 Billion Crisis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• No-shows cost the US healthcare system $150 billion annually.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• Average clinic loses 18% - 30% of potential revenue to missed slots.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• A single missed appointment costs an average of $200.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• The impact is cumulative: Decreased efficiency, higher overhead, and lost patient care.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172A"/>
                </a:solidFill>
              </a:rPr>
              <a:t>The Anatomy of a No-Show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• Forgetfulness (38%): The #1 cited reason for missed slots.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• High-Friction Booking: Traditional systems are too slow and complex.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• Lack of Real-Time Interaction: Generic emails are easily ignored.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6366F1"/>
                </a:solidFill>
              </a:rPr>
              <a:t>• AI Nexus Insight solves this with friction-less onboarding and proactive AI alerts.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172A"/>
                </a:solidFill>
              </a:rPr>
              <a:t>Frictionless Patient Onboarding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• Inspired by self-service kiosks (KFC/McDonald's style).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• Patients book in under 30 seconds.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• Clean, premium UI that builds trust instantly.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• Designed for conversion: The faster they book, the more likely they show.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172A"/>
                </a:solidFill>
              </a:rPr>
              <a:t>Real Data, Real Insights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• Patterns matter: AI identifies specific days/times with high no-show risk.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• Real-time visibility into your practice’s financial health.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• Predictive alerts: Know which appointments need a follow-up call TODAY.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i="1" dirty="0">
                <a:solidFill>
                  <a:srgbClr val="334155"/>
                </a:solidFill>
              </a:rPr>
              <a:t>• Stop guessing. Start running your clinic like a data-driven enterprise.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172A"/>
                </a:solidFill>
              </a:rPr>
              <a:t>Reply-to-Confirm Automation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• Automated SMS triggers upon booking and confirmation.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• Patients reply 'YES' to confirm or 'NO' to cancel.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• Dashboard updates in real-time. No manual data entry.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10B981"/>
                </a:solidFill>
              </a:rPr>
              <a:t>• Reduces no-shows by up to 50% compared to email-only systems.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172A"/>
                </a:solidFill>
              </a:rPr>
              <a:t>The Revenue Recovery Dashboard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• Track 'Estimated Revenue Lost' in real-time.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• Monitor week-over-week trends in patient reliability.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• Identify and fix the leaks in your schedule.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F4444"/>
                </a:solidFill>
              </a:rPr>
              <a:t>• Turn 'missed slots' into 'recovered revenue'.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172A"/>
                </a:solidFill>
              </a:rPr>
              <a:t>Become a Founding Partner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34155"/>
                </a:solidFill>
              </a:rPr>
              <a:t>• We are accepting our FIRST 5 clinic partners this week.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• Personalized implementation and priority feature requests.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• Early-access pricing and lifetime founder status.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6366F1"/>
                </a:solidFill>
              </a:rPr>
              <a:t>• Let's build the future of clinic management together.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286000"/>
            <a:ext cx="1219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Ready to Recover Your Revenue?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0" y="320040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Contact us today to schedule your deep-dive demo.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411480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66F1"/>
                </a:solidFill>
              </a:rPr>
              <a:t>AI Nexus Insight | [Your Contact Info]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Nexus Insight Strategy</dc:title>
  <dc:subject>PptxGenJS Presentation</dc:subject>
  <dc:creator>PptxGenJS</dc:creator>
  <cp:lastModifiedBy>PptxGenJS</cp:lastModifiedBy>
  <cp:revision>1</cp:revision>
  <dcterms:created xsi:type="dcterms:W3CDTF">2026-05-03T12:25:05Z</dcterms:created>
  <dcterms:modified xsi:type="dcterms:W3CDTF">2026-05-03T12:25:05Z</dcterms:modified>
</cp:coreProperties>
</file>