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hassan/.gemini/antigravity/brain/501711bb-695a-41b0-b811-fff7bf606461/ppt_title_background_17778178158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609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6366F1"/>
                </a:solidFill>
              </a:rPr>
              <a:t>AI Nexus Insight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609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Eliminating the $150B 'Invisible Leak' in Clinic Revenue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3840480"/>
            <a:ext cx="1828800" cy="0"/>
          </a:xfrm>
          <a:prstGeom prst="line">
            <a:avLst/>
          </a:prstGeom>
          <a:noFill/>
          <a:ln w="508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The $150 Billion Revenue Leak</a:t>
            </a:r>
            <a:endParaRPr lang="en-US" sz="4000" dirty="0"/>
          </a:p>
        </p:txBody>
      </p:sp>
      <p:pic>
        <p:nvPicPr>
          <p:cNvPr id="3" name="Image 0" descr="/home/hassan/.gemini/antigravity/brain/501711bb-695a-41b0-b811-fff7bf606461/revenue_leak_illustration_17778178358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486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670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No-shows cost the US healthcare system $150B annually.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Average clinic loses 18% - 30% of potential revenue.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A single missed appointment costs an average of $200.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43F5E"/>
                </a:solidFill>
              </a:rPr>
              <a:t>• For a clinic with 20 appts/day, that's $4,000/week in lost revenue.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Frictionless Patient Onboarding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Inspired by High-Conversion Kiosks (KFC/McDonald's style).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Patients book in under 30 seconds—no complex portals.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Clean, premium UI that builds trust instantly.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6366F1"/>
                </a:solidFill>
              </a:rPr>
              <a:t>• Designed for conversion: The faster they book, the more likely they show.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AI Pattern Analysis &amp; Automation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Automated SMS Webhooks: Patients reply 'YES' to confirm.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Real-time Dashboard: Your schedule updates without human intervention.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64748B"/>
                </a:solidFill>
              </a:rPr>
              <a:t>• Predictive Alerts: AI identifies high-risk appointments BEFORE they miss.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10B981"/>
                </a:solidFill>
              </a:rPr>
              <a:t>• Target zero manual follow-ups.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The 7-Day Revenue Recovery Roadmap</a:t>
            </a:r>
            <a:endParaRPr lang="en-US" sz="4000" dirty="0"/>
          </a:p>
        </p:txBody>
      </p:sp>
      <p:pic>
        <p:nvPicPr>
          <p:cNvPr id="3" name="Image 0" descr="/home/hassan/.gemini/antigravity/brain/501711bb-695a-41b0-b811-fff7bf606461/roadmap_icons_set_17778181553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474720"/>
            <a:ext cx="274320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PHASE 1: Day 1-2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ZERO-FRICTION SETUP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Sync your existing schedule in 15 mins. No complex IT integration required.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83280" y="3474720"/>
            <a:ext cx="27432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PHASE 2: Day 3-5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AI CALIBRATION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74720" y="4206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Engine identifies your 'Risk Zones' and starts smart SMS sequences.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3474720"/>
            <a:ext cx="2743200" cy="22860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PHASE 3: Day 7+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REVENUE RESTORED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4206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Recover your first $200+ slot. View live 'ROI Reports' on your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Become a Founding Partner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We are onboarding ONLY 5 clinics this month to ensure success.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Lifetime 'Early Adopter' Pricing (50% off Forever)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Custom AI Model Tuning for your specific patient base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Priority access to new Revenue Recovery features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White-glove implementation &amp; direct team support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Ready to Fix Your Revenue Leak?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Schedule your 15-minute deep-dive demo today.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4114800"/>
            <a:ext cx="3657600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4114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BOOK A DEMO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Nexus Insight: The Founding 5 Strategy</dc:title>
  <dc:subject>PptxGenJS Presentation</dc:subject>
  <dc:creator>AI Nexus Team</dc:creator>
  <cp:lastModifiedBy>AI Nexus Team</cp:lastModifiedBy>
  <cp:revision>1</cp:revision>
  <dcterms:created xsi:type="dcterms:W3CDTF">2026-05-03T14:23:13Z</dcterms:created>
  <dcterms:modified xsi:type="dcterms:W3CDTF">2026-05-03T14:23:13Z</dcterms:modified>
</cp:coreProperties>
</file>